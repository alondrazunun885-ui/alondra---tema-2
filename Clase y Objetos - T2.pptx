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C2CAE2-7EBF-49CF-8589-AE5EC210D87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56CB88-4EB7-4ECD-B556-D7433867AF4B}">
      <dgm:prSet/>
      <dgm:spPr/>
      <dgm:t>
        <a:bodyPr/>
        <a:lstStyle/>
        <a:p>
          <a:pPr algn="just"/>
          <a:r>
            <a:rPr lang="es-MX"/>
            <a:t>Una </a:t>
          </a:r>
          <a:r>
            <a:rPr lang="es-MX" b="1"/>
            <a:t>clase</a:t>
          </a:r>
          <a:r>
            <a:rPr lang="es-MX"/>
            <a:t> es una plantilla que define las características (atributos) y comportamientos (métodos) de un objeto.</a:t>
          </a:r>
          <a:endParaRPr lang="en-US"/>
        </a:p>
      </dgm:t>
    </dgm:pt>
    <dgm:pt modelId="{3387277B-F616-446D-A151-5A5930DBA69C}" type="parTrans" cxnId="{D447D236-D2A8-459E-BA77-69CF6A271B4B}">
      <dgm:prSet/>
      <dgm:spPr/>
      <dgm:t>
        <a:bodyPr/>
        <a:lstStyle/>
        <a:p>
          <a:endParaRPr lang="en-US"/>
        </a:p>
      </dgm:t>
    </dgm:pt>
    <dgm:pt modelId="{291CC06B-36E3-487B-AC4E-5C58AA9F949D}" type="sibTrans" cxnId="{D447D236-D2A8-459E-BA77-69CF6A271B4B}">
      <dgm:prSet/>
      <dgm:spPr/>
      <dgm:t>
        <a:bodyPr/>
        <a:lstStyle/>
        <a:p>
          <a:endParaRPr lang="en-US"/>
        </a:p>
      </dgm:t>
    </dgm:pt>
    <dgm:pt modelId="{203759A6-163F-4BFE-BB9D-F5E51306AEC4}">
      <dgm:prSet/>
      <dgm:spPr/>
      <dgm:t>
        <a:bodyPr/>
        <a:lstStyle/>
        <a:p>
          <a:pPr algn="just"/>
          <a:r>
            <a:rPr lang="es-MX"/>
            <a:t>Un </a:t>
          </a:r>
          <a:r>
            <a:rPr lang="es-MX" b="1"/>
            <a:t>objeto</a:t>
          </a:r>
          <a:r>
            <a:rPr lang="es-MX"/>
            <a:t> es una instancia de una clase, es decir, representa un elemento real que contiene valores específicos y puede ejecutar los métodos definidos en la clase.</a:t>
          </a:r>
          <a:endParaRPr lang="en-US"/>
        </a:p>
      </dgm:t>
    </dgm:pt>
    <dgm:pt modelId="{CBF74632-9429-4C0F-90B6-2BED7228B3F9}" type="parTrans" cxnId="{396E4B03-69B6-408D-96B1-726C07E407F6}">
      <dgm:prSet/>
      <dgm:spPr/>
      <dgm:t>
        <a:bodyPr/>
        <a:lstStyle/>
        <a:p>
          <a:endParaRPr lang="en-US"/>
        </a:p>
      </dgm:t>
    </dgm:pt>
    <dgm:pt modelId="{8160B63D-E194-4D68-91F8-AB260622B58F}" type="sibTrans" cxnId="{396E4B03-69B6-408D-96B1-726C07E407F6}">
      <dgm:prSet/>
      <dgm:spPr/>
      <dgm:t>
        <a:bodyPr/>
        <a:lstStyle/>
        <a:p>
          <a:endParaRPr lang="en-US"/>
        </a:p>
      </dgm:t>
    </dgm:pt>
    <dgm:pt modelId="{CDD2CC3C-33E0-4F9C-B603-648A1D32C593}" type="pres">
      <dgm:prSet presAssocID="{45C2CAE2-7EBF-49CF-8589-AE5EC210D8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5C24FE-54A4-4BFB-A572-2F32D1FB638C}" type="pres">
      <dgm:prSet presAssocID="{F556CB88-4EB7-4ECD-B556-D7433867AF4B}" presName="hierRoot1" presStyleCnt="0"/>
      <dgm:spPr/>
    </dgm:pt>
    <dgm:pt modelId="{6B81177F-805C-4958-BBDC-DB25008A776B}" type="pres">
      <dgm:prSet presAssocID="{F556CB88-4EB7-4ECD-B556-D7433867AF4B}" presName="composite" presStyleCnt="0"/>
      <dgm:spPr/>
    </dgm:pt>
    <dgm:pt modelId="{A4D700B7-29F7-421C-AA7C-4623AE4ED6B1}" type="pres">
      <dgm:prSet presAssocID="{F556CB88-4EB7-4ECD-B556-D7433867AF4B}" presName="background" presStyleLbl="node0" presStyleIdx="0" presStyleCnt="2"/>
      <dgm:spPr/>
    </dgm:pt>
    <dgm:pt modelId="{5B91F4F8-B17E-415C-B7BC-2CF957D5C135}" type="pres">
      <dgm:prSet presAssocID="{F556CB88-4EB7-4ECD-B556-D7433867AF4B}" presName="text" presStyleLbl="fgAcc0" presStyleIdx="0" presStyleCnt="2">
        <dgm:presLayoutVars>
          <dgm:chPref val="3"/>
        </dgm:presLayoutVars>
      </dgm:prSet>
      <dgm:spPr/>
    </dgm:pt>
    <dgm:pt modelId="{A1E8FC85-8E2E-4405-9559-8866825B6894}" type="pres">
      <dgm:prSet presAssocID="{F556CB88-4EB7-4ECD-B556-D7433867AF4B}" presName="hierChild2" presStyleCnt="0"/>
      <dgm:spPr/>
    </dgm:pt>
    <dgm:pt modelId="{8BDEC557-1626-4AFF-B358-8330F0E1828E}" type="pres">
      <dgm:prSet presAssocID="{203759A6-163F-4BFE-BB9D-F5E51306AEC4}" presName="hierRoot1" presStyleCnt="0"/>
      <dgm:spPr/>
    </dgm:pt>
    <dgm:pt modelId="{1AA44F1C-6D72-4181-A1B0-874C8F9A2DC1}" type="pres">
      <dgm:prSet presAssocID="{203759A6-163F-4BFE-BB9D-F5E51306AEC4}" presName="composite" presStyleCnt="0"/>
      <dgm:spPr/>
    </dgm:pt>
    <dgm:pt modelId="{280C0976-1177-48EF-AEA4-52FC8E322E3D}" type="pres">
      <dgm:prSet presAssocID="{203759A6-163F-4BFE-BB9D-F5E51306AEC4}" presName="background" presStyleLbl="node0" presStyleIdx="1" presStyleCnt="2"/>
      <dgm:spPr/>
    </dgm:pt>
    <dgm:pt modelId="{BA2E578D-A90C-4455-AD8C-EF437D640755}" type="pres">
      <dgm:prSet presAssocID="{203759A6-163F-4BFE-BB9D-F5E51306AEC4}" presName="text" presStyleLbl="fgAcc0" presStyleIdx="1" presStyleCnt="2">
        <dgm:presLayoutVars>
          <dgm:chPref val="3"/>
        </dgm:presLayoutVars>
      </dgm:prSet>
      <dgm:spPr/>
    </dgm:pt>
    <dgm:pt modelId="{4D553CA4-B71E-4AA1-8692-D1862CB64BF6}" type="pres">
      <dgm:prSet presAssocID="{203759A6-163F-4BFE-BB9D-F5E51306AEC4}" presName="hierChild2" presStyleCnt="0"/>
      <dgm:spPr/>
    </dgm:pt>
  </dgm:ptLst>
  <dgm:cxnLst>
    <dgm:cxn modelId="{396E4B03-69B6-408D-96B1-726C07E407F6}" srcId="{45C2CAE2-7EBF-49CF-8589-AE5EC210D87E}" destId="{203759A6-163F-4BFE-BB9D-F5E51306AEC4}" srcOrd="1" destOrd="0" parTransId="{CBF74632-9429-4C0F-90B6-2BED7228B3F9}" sibTransId="{8160B63D-E194-4D68-91F8-AB260622B58F}"/>
    <dgm:cxn modelId="{8F075B25-5640-43F6-BFA6-C7A6058E18A3}" type="presOf" srcId="{45C2CAE2-7EBF-49CF-8589-AE5EC210D87E}" destId="{CDD2CC3C-33E0-4F9C-B603-648A1D32C593}" srcOrd="0" destOrd="0" presId="urn:microsoft.com/office/officeart/2005/8/layout/hierarchy1"/>
    <dgm:cxn modelId="{D447D236-D2A8-459E-BA77-69CF6A271B4B}" srcId="{45C2CAE2-7EBF-49CF-8589-AE5EC210D87E}" destId="{F556CB88-4EB7-4ECD-B556-D7433867AF4B}" srcOrd="0" destOrd="0" parTransId="{3387277B-F616-446D-A151-5A5930DBA69C}" sibTransId="{291CC06B-36E3-487B-AC4E-5C58AA9F949D}"/>
    <dgm:cxn modelId="{EAC0D152-397D-4772-BA14-3F267FD1F881}" type="presOf" srcId="{F556CB88-4EB7-4ECD-B556-D7433867AF4B}" destId="{5B91F4F8-B17E-415C-B7BC-2CF957D5C135}" srcOrd="0" destOrd="0" presId="urn:microsoft.com/office/officeart/2005/8/layout/hierarchy1"/>
    <dgm:cxn modelId="{4AB970B3-38B6-4840-A271-A8D60D6CDA11}" type="presOf" srcId="{203759A6-163F-4BFE-BB9D-F5E51306AEC4}" destId="{BA2E578D-A90C-4455-AD8C-EF437D640755}" srcOrd="0" destOrd="0" presId="urn:microsoft.com/office/officeart/2005/8/layout/hierarchy1"/>
    <dgm:cxn modelId="{7C3A9768-098A-4FE5-92C8-5BACCF2B451A}" type="presParOf" srcId="{CDD2CC3C-33E0-4F9C-B603-648A1D32C593}" destId="{E75C24FE-54A4-4BFB-A572-2F32D1FB638C}" srcOrd="0" destOrd="0" presId="urn:microsoft.com/office/officeart/2005/8/layout/hierarchy1"/>
    <dgm:cxn modelId="{AF8B058D-846E-4EBB-9818-4E4292C2F14B}" type="presParOf" srcId="{E75C24FE-54A4-4BFB-A572-2F32D1FB638C}" destId="{6B81177F-805C-4958-BBDC-DB25008A776B}" srcOrd="0" destOrd="0" presId="urn:microsoft.com/office/officeart/2005/8/layout/hierarchy1"/>
    <dgm:cxn modelId="{93643B0E-2429-4A40-BF13-709B7A5806A1}" type="presParOf" srcId="{6B81177F-805C-4958-BBDC-DB25008A776B}" destId="{A4D700B7-29F7-421C-AA7C-4623AE4ED6B1}" srcOrd="0" destOrd="0" presId="urn:microsoft.com/office/officeart/2005/8/layout/hierarchy1"/>
    <dgm:cxn modelId="{1494FAA4-22ED-4C02-A98B-DDC79FF205BE}" type="presParOf" srcId="{6B81177F-805C-4958-BBDC-DB25008A776B}" destId="{5B91F4F8-B17E-415C-B7BC-2CF957D5C135}" srcOrd="1" destOrd="0" presId="urn:microsoft.com/office/officeart/2005/8/layout/hierarchy1"/>
    <dgm:cxn modelId="{02D1A10F-0C01-45C7-A88F-16E1B8430D8A}" type="presParOf" srcId="{E75C24FE-54A4-4BFB-A572-2F32D1FB638C}" destId="{A1E8FC85-8E2E-4405-9559-8866825B6894}" srcOrd="1" destOrd="0" presId="urn:microsoft.com/office/officeart/2005/8/layout/hierarchy1"/>
    <dgm:cxn modelId="{569583F8-C6D6-4D27-A939-EBF596520F54}" type="presParOf" srcId="{CDD2CC3C-33E0-4F9C-B603-648A1D32C593}" destId="{8BDEC557-1626-4AFF-B358-8330F0E1828E}" srcOrd="1" destOrd="0" presId="urn:microsoft.com/office/officeart/2005/8/layout/hierarchy1"/>
    <dgm:cxn modelId="{31987F75-18D9-4DB5-AC60-03E85E71D339}" type="presParOf" srcId="{8BDEC557-1626-4AFF-B358-8330F0E1828E}" destId="{1AA44F1C-6D72-4181-A1B0-874C8F9A2DC1}" srcOrd="0" destOrd="0" presId="urn:microsoft.com/office/officeart/2005/8/layout/hierarchy1"/>
    <dgm:cxn modelId="{1013A8F2-8AC0-44AB-8815-DE814455DA34}" type="presParOf" srcId="{1AA44F1C-6D72-4181-A1B0-874C8F9A2DC1}" destId="{280C0976-1177-48EF-AEA4-52FC8E322E3D}" srcOrd="0" destOrd="0" presId="urn:microsoft.com/office/officeart/2005/8/layout/hierarchy1"/>
    <dgm:cxn modelId="{98D0794F-38B7-46FF-AFAB-A47C846F82EE}" type="presParOf" srcId="{1AA44F1C-6D72-4181-A1B0-874C8F9A2DC1}" destId="{BA2E578D-A90C-4455-AD8C-EF437D640755}" srcOrd="1" destOrd="0" presId="urn:microsoft.com/office/officeart/2005/8/layout/hierarchy1"/>
    <dgm:cxn modelId="{CADE4C71-D6BC-4CCF-8F3B-67327D3B0A5C}" type="presParOf" srcId="{8BDEC557-1626-4AFF-B358-8330F0E1828E}" destId="{4D553CA4-B71E-4AA1-8692-D1862CB64BF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289A85-BA97-41A9-AE28-FEC8B2505E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30F8D42-174B-4487-837E-8F7EBDBE0BCA}">
      <dgm:prSet/>
      <dgm:spPr/>
      <dgm:t>
        <a:bodyPr/>
        <a:lstStyle/>
        <a:p>
          <a:pPr algn="just"/>
          <a:r>
            <a:rPr lang="es-MX" dirty="0"/>
            <a:t>Para este ejercicio, creé una clase llamada </a:t>
          </a:r>
          <a:r>
            <a:rPr lang="es-MX" b="1" dirty="0"/>
            <a:t>Persona</a:t>
          </a:r>
          <a:r>
            <a:rPr lang="es-MX" dirty="0"/>
            <a:t>, en la cual definí dos atributos: </a:t>
          </a:r>
          <a:r>
            <a:rPr lang="es-MX" b="1" dirty="0"/>
            <a:t>nombre</a:t>
          </a:r>
          <a:r>
            <a:rPr lang="es-MX" dirty="0"/>
            <a:t> y </a:t>
          </a:r>
          <a:r>
            <a:rPr lang="es-MX" b="1" dirty="0"/>
            <a:t>edad</a:t>
          </a:r>
          <a:r>
            <a:rPr lang="es-MX" dirty="0"/>
            <a:t>.</a:t>
          </a:r>
          <a:endParaRPr lang="en-US" dirty="0"/>
        </a:p>
      </dgm:t>
    </dgm:pt>
    <dgm:pt modelId="{7DA3FD2E-A849-4D81-B4DC-F458940FF66B}" type="parTrans" cxnId="{7665E28C-854C-42F5-ACAB-5BF2A0946975}">
      <dgm:prSet/>
      <dgm:spPr/>
      <dgm:t>
        <a:bodyPr/>
        <a:lstStyle/>
        <a:p>
          <a:pPr algn="just"/>
          <a:endParaRPr lang="en-US"/>
        </a:p>
      </dgm:t>
    </dgm:pt>
    <dgm:pt modelId="{272D1057-CFC5-4A39-9A6E-3C677F4EEB8D}" type="sibTrans" cxnId="{7665E28C-854C-42F5-ACAB-5BF2A0946975}">
      <dgm:prSet/>
      <dgm:spPr/>
      <dgm:t>
        <a:bodyPr/>
        <a:lstStyle/>
        <a:p>
          <a:pPr algn="just"/>
          <a:endParaRPr lang="en-US"/>
        </a:p>
      </dgm:t>
    </dgm:pt>
    <dgm:pt modelId="{E9494E12-8451-4835-AB8B-557341E41F4A}">
      <dgm:prSet/>
      <dgm:spPr/>
      <dgm:t>
        <a:bodyPr/>
        <a:lstStyle/>
        <a:p>
          <a:pPr algn="just"/>
          <a:r>
            <a:rPr lang="es-MX" dirty="0"/>
            <a:t>Posteriormente, agregué un método llamado </a:t>
          </a:r>
          <a:r>
            <a:rPr lang="es-MX" b="1" dirty="0" err="1"/>
            <a:t>mostrarDatos</a:t>
          </a:r>
          <a:r>
            <a:rPr lang="es-MX" dirty="0"/>
            <a:t> que permite imprimir la información de la persona.</a:t>
          </a:r>
          <a:endParaRPr lang="en-US" dirty="0"/>
        </a:p>
      </dgm:t>
    </dgm:pt>
    <dgm:pt modelId="{AC2CC0E3-B76C-4EF6-A295-C681789B4034}" type="parTrans" cxnId="{98C2944E-8521-42CF-8425-C29E3EBE41D0}">
      <dgm:prSet/>
      <dgm:spPr/>
      <dgm:t>
        <a:bodyPr/>
        <a:lstStyle/>
        <a:p>
          <a:pPr algn="just"/>
          <a:endParaRPr lang="en-US"/>
        </a:p>
      </dgm:t>
    </dgm:pt>
    <dgm:pt modelId="{B2F2CEE5-230E-438D-A225-6B8EBAB69473}" type="sibTrans" cxnId="{98C2944E-8521-42CF-8425-C29E3EBE41D0}">
      <dgm:prSet/>
      <dgm:spPr/>
      <dgm:t>
        <a:bodyPr/>
        <a:lstStyle/>
        <a:p>
          <a:pPr algn="just"/>
          <a:endParaRPr lang="en-US"/>
        </a:p>
      </dgm:t>
    </dgm:pt>
    <dgm:pt modelId="{A34B5FCC-FCDB-4B2F-9A47-556B232575DA}">
      <dgm:prSet/>
      <dgm:spPr/>
      <dgm:t>
        <a:bodyPr/>
        <a:lstStyle/>
        <a:p>
          <a:pPr algn="just"/>
          <a:r>
            <a:rPr lang="es-MX" dirty="0"/>
            <a:t>En la clase principal, creé un objeto de tipo </a:t>
          </a:r>
          <a:r>
            <a:rPr lang="es-MX" b="1" dirty="0"/>
            <a:t>Persona</a:t>
          </a:r>
          <a:r>
            <a:rPr lang="es-MX" dirty="0"/>
            <a:t>, le asigné valores a sus atributos y llamé al método para mostrar los datos en pantalla.</a:t>
          </a:r>
          <a:endParaRPr lang="en-US" dirty="0"/>
        </a:p>
      </dgm:t>
    </dgm:pt>
    <dgm:pt modelId="{C1A44972-0D40-4005-8F78-0D814B1E97F4}" type="parTrans" cxnId="{97477D83-2758-449D-B29E-19D2A4B96AA8}">
      <dgm:prSet/>
      <dgm:spPr/>
      <dgm:t>
        <a:bodyPr/>
        <a:lstStyle/>
        <a:p>
          <a:pPr algn="just"/>
          <a:endParaRPr lang="en-US"/>
        </a:p>
      </dgm:t>
    </dgm:pt>
    <dgm:pt modelId="{5152685F-DF7D-45FE-8B32-ADD6FEF84D55}" type="sibTrans" cxnId="{97477D83-2758-449D-B29E-19D2A4B96AA8}">
      <dgm:prSet/>
      <dgm:spPr/>
      <dgm:t>
        <a:bodyPr/>
        <a:lstStyle/>
        <a:p>
          <a:pPr algn="just"/>
          <a:endParaRPr lang="en-US"/>
        </a:p>
      </dgm:t>
    </dgm:pt>
    <dgm:pt modelId="{E1BF0B5A-F5BB-4257-8D7C-ACB3D555FE80}" type="pres">
      <dgm:prSet presAssocID="{1F289A85-BA97-41A9-AE28-FEC8B2505E69}" presName="root" presStyleCnt="0">
        <dgm:presLayoutVars>
          <dgm:dir/>
          <dgm:resizeHandles val="exact"/>
        </dgm:presLayoutVars>
      </dgm:prSet>
      <dgm:spPr/>
    </dgm:pt>
    <dgm:pt modelId="{5F08DC9D-3949-4193-8B49-CA7AB93FAF97}" type="pres">
      <dgm:prSet presAssocID="{D30F8D42-174B-4487-837E-8F7EBDBE0BCA}" presName="compNode" presStyleCnt="0"/>
      <dgm:spPr/>
    </dgm:pt>
    <dgm:pt modelId="{40FF6306-DA63-4688-8473-21A656A50006}" type="pres">
      <dgm:prSet presAssocID="{D30F8D42-174B-4487-837E-8F7EBDBE0BCA}" presName="bgRect" presStyleLbl="bgShp" presStyleIdx="0" presStyleCnt="3"/>
      <dgm:spPr/>
    </dgm:pt>
    <dgm:pt modelId="{EFA98767-DD2B-4C97-9F67-C7C2C9E46B17}" type="pres">
      <dgm:prSet presAssocID="{D30F8D42-174B-4487-837E-8F7EBDBE0BC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illas"/>
        </a:ext>
      </dgm:extLst>
    </dgm:pt>
    <dgm:pt modelId="{B379FD2B-CCD2-49CD-B060-D5FAF607EAF8}" type="pres">
      <dgm:prSet presAssocID="{D30F8D42-174B-4487-837E-8F7EBDBE0BCA}" presName="spaceRect" presStyleCnt="0"/>
      <dgm:spPr/>
    </dgm:pt>
    <dgm:pt modelId="{5A97BC4D-873C-4BCB-823D-348B96589B79}" type="pres">
      <dgm:prSet presAssocID="{D30F8D42-174B-4487-837E-8F7EBDBE0BCA}" presName="parTx" presStyleLbl="revTx" presStyleIdx="0" presStyleCnt="3">
        <dgm:presLayoutVars>
          <dgm:chMax val="0"/>
          <dgm:chPref val="0"/>
        </dgm:presLayoutVars>
      </dgm:prSet>
      <dgm:spPr/>
    </dgm:pt>
    <dgm:pt modelId="{28590D82-F6D1-439B-A1D9-DC57AF0BF55C}" type="pres">
      <dgm:prSet presAssocID="{272D1057-CFC5-4A39-9A6E-3C677F4EEB8D}" presName="sibTrans" presStyleCnt="0"/>
      <dgm:spPr/>
    </dgm:pt>
    <dgm:pt modelId="{309590F8-1365-498F-90F5-1A898F57D529}" type="pres">
      <dgm:prSet presAssocID="{E9494E12-8451-4835-AB8B-557341E41F4A}" presName="compNode" presStyleCnt="0"/>
      <dgm:spPr/>
    </dgm:pt>
    <dgm:pt modelId="{0F426701-2780-4ABB-8ED4-C2A6BA13E6BA}" type="pres">
      <dgm:prSet presAssocID="{E9494E12-8451-4835-AB8B-557341E41F4A}" presName="bgRect" presStyleLbl="bgShp" presStyleIdx="1" presStyleCnt="3"/>
      <dgm:spPr/>
    </dgm:pt>
    <dgm:pt modelId="{885F0012-5CD8-4ACD-B99C-DBEE248E121C}" type="pres">
      <dgm:prSet presAssocID="{E9494E12-8451-4835-AB8B-557341E41F4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ora"/>
        </a:ext>
      </dgm:extLst>
    </dgm:pt>
    <dgm:pt modelId="{E4B2F6DB-658F-47CD-8124-375401EA063A}" type="pres">
      <dgm:prSet presAssocID="{E9494E12-8451-4835-AB8B-557341E41F4A}" presName="spaceRect" presStyleCnt="0"/>
      <dgm:spPr/>
    </dgm:pt>
    <dgm:pt modelId="{071F76E1-ACA3-413A-B458-864DDD6F59F9}" type="pres">
      <dgm:prSet presAssocID="{E9494E12-8451-4835-AB8B-557341E41F4A}" presName="parTx" presStyleLbl="revTx" presStyleIdx="1" presStyleCnt="3">
        <dgm:presLayoutVars>
          <dgm:chMax val="0"/>
          <dgm:chPref val="0"/>
        </dgm:presLayoutVars>
      </dgm:prSet>
      <dgm:spPr/>
    </dgm:pt>
    <dgm:pt modelId="{DB1738D8-2B51-4E51-801D-47C248A2C5E2}" type="pres">
      <dgm:prSet presAssocID="{B2F2CEE5-230E-438D-A225-6B8EBAB69473}" presName="sibTrans" presStyleCnt="0"/>
      <dgm:spPr/>
    </dgm:pt>
    <dgm:pt modelId="{6F3E96D0-681D-4370-9366-9BFD9F4745EF}" type="pres">
      <dgm:prSet presAssocID="{A34B5FCC-FCDB-4B2F-9A47-556B232575DA}" presName="compNode" presStyleCnt="0"/>
      <dgm:spPr/>
    </dgm:pt>
    <dgm:pt modelId="{9F8E17B7-120F-4500-910C-ABC2732691A9}" type="pres">
      <dgm:prSet presAssocID="{A34B5FCC-FCDB-4B2F-9A47-556B232575DA}" presName="bgRect" presStyleLbl="bgShp" presStyleIdx="2" presStyleCnt="3"/>
      <dgm:spPr/>
    </dgm:pt>
    <dgm:pt modelId="{D4592AD0-2478-496A-BD66-01FF7E2B9CC4}" type="pres">
      <dgm:prSet presAssocID="{A34B5FCC-FCDB-4B2F-9A47-556B232575D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BE096B72-0B59-4048-844B-02F650B16F2C}" type="pres">
      <dgm:prSet presAssocID="{A34B5FCC-FCDB-4B2F-9A47-556B232575DA}" presName="spaceRect" presStyleCnt="0"/>
      <dgm:spPr/>
    </dgm:pt>
    <dgm:pt modelId="{0C6D8009-8272-4D4F-ADC4-B6E9530A9A32}" type="pres">
      <dgm:prSet presAssocID="{A34B5FCC-FCDB-4B2F-9A47-556B232575D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706892A-9508-403F-90D2-0EA1430F6CAA}" type="presOf" srcId="{D30F8D42-174B-4487-837E-8F7EBDBE0BCA}" destId="{5A97BC4D-873C-4BCB-823D-348B96589B79}" srcOrd="0" destOrd="0" presId="urn:microsoft.com/office/officeart/2018/2/layout/IconVerticalSolidList"/>
    <dgm:cxn modelId="{98C2944E-8521-42CF-8425-C29E3EBE41D0}" srcId="{1F289A85-BA97-41A9-AE28-FEC8B2505E69}" destId="{E9494E12-8451-4835-AB8B-557341E41F4A}" srcOrd="1" destOrd="0" parTransId="{AC2CC0E3-B76C-4EF6-A295-C681789B4034}" sibTransId="{B2F2CEE5-230E-438D-A225-6B8EBAB69473}"/>
    <dgm:cxn modelId="{5848617A-91D0-412B-88D4-A0A4AF0792E3}" type="presOf" srcId="{A34B5FCC-FCDB-4B2F-9A47-556B232575DA}" destId="{0C6D8009-8272-4D4F-ADC4-B6E9530A9A32}" srcOrd="0" destOrd="0" presId="urn:microsoft.com/office/officeart/2018/2/layout/IconVerticalSolidList"/>
    <dgm:cxn modelId="{97477D83-2758-449D-B29E-19D2A4B96AA8}" srcId="{1F289A85-BA97-41A9-AE28-FEC8B2505E69}" destId="{A34B5FCC-FCDB-4B2F-9A47-556B232575DA}" srcOrd="2" destOrd="0" parTransId="{C1A44972-0D40-4005-8F78-0D814B1E97F4}" sibTransId="{5152685F-DF7D-45FE-8B32-ADD6FEF84D55}"/>
    <dgm:cxn modelId="{7665E28C-854C-42F5-ACAB-5BF2A0946975}" srcId="{1F289A85-BA97-41A9-AE28-FEC8B2505E69}" destId="{D30F8D42-174B-4487-837E-8F7EBDBE0BCA}" srcOrd="0" destOrd="0" parTransId="{7DA3FD2E-A849-4D81-B4DC-F458940FF66B}" sibTransId="{272D1057-CFC5-4A39-9A6E-3C677F4EEB8D}"/>
    <dgm:cxn modelId="{151A40B3-30BA-4BD6-AA1E-C92E269F37B4}" type="presOf" srcId="{E9494E12-8451-4835-AB8B-557341E41F4A}" destId="{071F76E1-ACA3-413A-B458-864DDD6F59F9}" srcOrd="0" destOrd="0" presId="urn:microsoft.com/office/officeart/2018/2/layout/IconVerticalSolidList"/>
    <dgm:cxn modelId="{41415FCB-9824-4019-B9AE-6ABF590813BC}" type="presOf" srcId="{1F289A85-BA97-41A9-AE28-FEC8B2505E69}" destId="{E1BF0B5A-F5BB-4257-8D7C-ACB3D555FE80}" srcOrd="0" destOrd="0" presId="urn:microsoft.com/office/officeart/2018/2/layout/IconVerticalSolidList"/>
    <dgm:cxn modelId="{BE3E70F5-AB5C-4B62-9533-61DBC9C9E4B8}" type="presParOf" srcId="{E1BF0B5A-F5BB-4257-8D7C-ACB3D555FE80}" destId="{5F08DC9D-3949-4193-8B49-CA7AB93FAF97}" srcOrd="0" destOrd="0" presId="urn:microsoft.com/office/officeart/2018/2/layout/IconVerticalSolidList"/>
    <dgm:cxn modelId="{E9F2AB4F-AC05-4CC6-AF10-67C959E06D4C}" type="presParOf" srcId="{5F08DC9D-3949-4193-8B49-CA7AB93FAF97}" destId="{40FF6306-DA63-4688-8473-21A656A50006}" srcOrd="0" destOrd="0" presId="urn:microsoft.com/office/officeart/2018/2/layout/IconVerticalSolidList"/>
    <dgm:cxn modelId="{8FCD1ADA-2E50-496A-87B3-9334852366FB}" type="presParOf" srcId="{5F08DC9D-3949-4193-8B49-CA7AB93FAF97}" destId="{EFA98767-DD2B-4C97-9F67-C7C2C9E46B17}" srcOrd="1" destOrd="0" presId="urn:microsoft.com/office/officeart/2018/2/layout/IconVerticalSolidList"/>
    <dgm:cxn modelId="{94C71F95-F0C2-470D-B2FD-191A6268E06B}" type="presParOf" srcId="{5F08DC9D-3949-4193-8B49-CA7AB93FAF97}" destId="{B379FD2B-CCD2-49CD-B060-D5FAF607EAF8}" srcOrd="2" destOrd="0" presId="urn:microsoft.com/office/officeart/2018/2/layout/IconVerticalSolidList"/>
    <dgm:cxn modelId="{3D262F39-9C60-4617-9A4D-F5A799F01C6C}" type="presParOf" srcId="{5F08DC9D-3949-4193-8B49-CA7AB93FAF97}" destId="{5A97BC4D-873C-4BCB-823D-348B96589B79}" srcOrd="3" destOrd="0" presId="urn:microsoft.com/office/officeart/2018/2/layout/IconVerticalSolidList"/>
    <dgm:cxn modelId="{99ABC545-E7F1-42A8-827C-51E63845FF60}" type="presParOf" srcId="{E1BF0B5A-F5BB-4257-8D7C-ACB3D555FE80}" destId="{28590D82-F6D1-439B-A1D9-DC57AF0BF55C}" srcOrd="1" destOrd="0" presId="urn:microsoft.com/office/officeart/2018/2/layout/IconVerticalSolidList"/>
    <dgm:cxn modelId="{F1E38FD9-86A4-4527-ABE5-BBD9957F9250}" type="presParOf" srcId="{E1BF0B5A-F5BB-4257-8D7C-ACB3D555FE80}" destId="{309590F8-1365-498F-90F5-1A898F57D529}" srcOrd="2" destOrd="0" presId="urn:microsoft.com/office/officeart/2018/2/layout/IconVerticalSolidList"/>
    <dgm:cxn modelId="{1B3BA167-4289-481C-B65F-3F508C360E6A}" type="presParOf" srcId="{309590F8-1365-498F-90F5-1A898F57D529}" destId="{0F426701-2780-4ABB-8ED4-C2A6BA13E6BA}" srcOrd="0" destOrd="0" presId="urn:microsoft.com/office/officeart/2018/2/layout/IconVerticalSolidList"/>
    <dgm:cxn modelId="{86D430A4-BA91-4B5C-A75A-15823636DDA5}" type="presParOf" srcId="{309590F8-1365-498F-90F5-1A898F57D529}" destId="{885F0012-5CD8-4ACD-B99C-DBEE248E121C}" srcOrd="1" destOrd="0" presId="urn:microsoft.com/office/officeart/2018/2/layout/IconVerticalSolidList"/>
    <dgm:cxn modelId="{50687357-5DA1-4626-BC0F-A07AC98ED5BD}" type="presParOf" srcId="{309590F8-1365-498F-90F5-1A898F57D529}" destId="{E4B2F6DB-658F-47CD-8124-375401EA063A}" srcOrd="2" destOrd="0" presId="urn:microsoft.com/office/officeart/2018/2/layout/IconVerticalSolidList"/>
    <dgm:cxn modelId="{EA7AF086-FB0C-40D4-AA66-C9B4ADC9C5A8}" type="presParOf" srcId="{309590F8-1365-498F-90F5-1A898F57D529}" destId="{071F76E1-ACA3-413A-B458-864DDD6F59F9}" srcOrd="3" destOrd="0" presId="urn:microsoft.com/office/officeart/2018/2/layout/IconVerticalSolidList"/>
    <dgm:cxn modelId="{CAF89617-B95E-4E9C-8CBC-0E4A1C5A6C6D}" type="presParOf" srcId="{E1BF0B5A-F5BB-4257-8D7C-ACB3D555FE80}" destId="{DB1738D8-2B51-4E51-801D-47C248A2C5E2}" srcOrd="3" destOrd="0" presId="urn:microsoft.com/office/officeart/2018/2/layout/IconVerticalSolidList"/>
    <dgm:cxn modelId="{8D1CEEF4-032E-4A3A-826A-BE3FC4CFFABA}" type="presParOf" srcId="{E1BF0B5A-F5BB-4257-8D7C-ACB3D555FE80}" destId="{6F3E96D0-681D-4370-9366-9BFD9F4745EF}" srcOrd="4" destOrd="0" presId="urn:microsoft.com/office/officeart/2018/2/layout/IconVerticalSolidList"/>
    <dgm:cxn modelId="{187B55A9-E5C8-492F-9D0A-AB8D96C8687F}" type="presParOf" srcId="{6F3E96D0-681D-4370-9366-9BFD9F4745EF}" destId="{9F8E17B7-120F-4500-910C-ABC2732691A9}" srcOrd="0" destOrd="0" presId="urn:microsoft.com/office/officeart/2018/2/layout/IconVerticalSolidList"/>
    <dgm:cxn modelId="{8DFE0E67-4A72-4020-9FFE-52FDE5701879}" type="presParOf" srcId="{6F3E96D0-681D-4370-9366-9BFD9F4745EF}" destId="{D4592AD0-2478-496A-BD66-01FF7E2B9CC4}" srcOrd="1" destOrd="0" presId="urn:microsoft.com/office/officeart/2018/2/layout/IconVerticalSolidList"/>
    <dgm:cxn modelId="{B8C3464A-DABD-4243-A4E0-CCCD41AE3AD2}" type="presParOf" srcId="{6F3E96D0-681D-4370-9366-9BFD9F4745EF}" destId="{BE096B72-0B59-4048-844B-02F650B16F2C}" srcOrd="2" destOrd="0" presId="urn:microsoft.com/office/officeart/2018/2/layout/IconVerticalSolidList"/>
    <dgm:cxn modelId="{61F7A7E4-3F40-40B8-8D50-CB70DED26982}" type="presParOf" srcId="{6F3E96D0-681D-4370-9366-9BFD9F4745EF}" destId="{0C6D8009-8272-4D4F-ADC4-B6E9530A9A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700B7-29F7-421C-AA7C-4623AE4ED6B1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1F4F8-B17E-415C-B7BC-2CF957D5C135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Una </a:t>
          </a:r>
          <a:r>
            <a:rPr lang="es-MX" sz="2500" b="1" kern="1200"/>
            <a:t>clase</a:t>
          </a:r>
          <a:r>
            <a:rPr lang="es-MX" sz="2500" kern="1200"/>
            <a:t> es una plantilla que define las características (atributos) y comportamientos (métodos) de un objeto.</a:t>
          </a:r>
          <a:endParaRPr lang="en-US" sz="2500" kern="1200"/>
        </a:p>
      </dsp:txBody>
      <dsp:txXfrm>
        <a:off x="560236" y="832323"/>
        <a:ext cx="4149382" cy="2576345"/>
      </dsp:txXfrm>
    </dsp:sp>
    <dsp:sp modelId="{280C0976-1177-48EF-AEA4-52FC8E322E3D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E578D-A90C-4455-AD8C-EF437D640755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Un </a:t>
          </a:r>
          <a:r>
            <a:rPr lang="es-MX" sz="2500" b="1" kern="1200"/>
            <a:t>objeto</a:t>
          </a:r>
          <a:r>
            <a:rPr lang="es-MX" sz="2500" kern="1200"/>
            <a:t> es una instancia de una clase, es decir, representa un elemento real que contiene valores específicos y puede ejecutar los métodos definidos en la clase.</a:t>
          </a:r>
          <a:endParaRPr lang="en-US" sz="2500" kern="1200"/>
        </a:p>
      </dsp:txBody>
      <dsp:txXfrm>
        <a:off x="5827635" y="832323"/>
        <a:ext cx="4149382" cy="2576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F6306-DA63-4688-8473-21A656A50006}">
      <dsp:nvSpPr>
        <dsp:cNvPr id="0" name=""/>
        <dsp:cNvSpPr/>
      </dsp:nvSpPr>
      <dsp:spPr>
        <a:xfrm>
          <a:off x="0" y="462"/>
          <a:ext cx="10058399" cy="10814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98767-DD2B-4C97-9F67-C7C2C9E46B17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7BC4D-873C-4BCB-823D-348B96589B79}">
      <dsp:nvSpPr>
        <dsp:cNvPr id="0" name=""/>
        <dsp:cNvSpPr/>
      </dsp:nvSpPr>
      <dsp:spPr>
        <a:xfrm>
          <a:off x="1249101" y="462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Para este ejercicio, creé una clase llamada </a:t>
          </a:r>
          <a:r>
            <a:rPr lang="es-MX" sz="2300" b="1" kern="1200" dirty="0"/>
            <a:t>Persona</a:t>
          </a:r>
          <a:r>
            <a:rPr lang="es-MX" sz="2300" kern="1200" dirty="0"/>
            <a:t>, en la cual definí dos atributos: </a:t>
          </a:r>
          <a:r>
            <a:rPr lang="es-MX" sz="2300" b="1" kern="1200" dirty="0"/>
            <a:t>nombre</a:t>
          </a:r>
          <a:r>
            <a:rPr lang="es-MX" sz="2300" kern="1200" dirty="0"/>
            <a:t> y </a:t>
          </a:r>
          <a:r>
            <a:rPr lang="es-MX" sz="2300" b="1" kern="1200" dirty="0"/>
            <a:t>edad</a:t>
          </a:r>
          <a:r>
            <a:rPr lang="es-MX" sz="2300" kern="1200" dirty="0"/>
            <a:t>.</a:t>
          </a:r>
          <a:endParaRPr lang="en-US" sz="2300" kern="1200" dirty="0"/>
        </a:p>
      </dsp:txBody>
      <dsp:txXfrm>
        <a:off x="1249101" y="462"/>
        <a:ext cx="8809298" cy="1081473"/>
      </dsp:txXfrm>
    </dsp:sp>
    <dsp:sp modelId="{0F426701-2780-4ABB-8ED4-C2A6BA13E6BA}">
      <dsp:nvSpPr>
        <dsp:cNvPr id="0" name=""/>
        <dsp:cNvSpPr/>
      </dsp:nvSpPr>
      <dsp:spPr>
        <a:xfrm>
          <a:off x="0" y="1352303"/>
          <a:ext cx="10058399" cy="10814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F0012-5CD8-4ACD-B99C-DBEE248E121C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F76E1-ACA3-413A-B458-864DDD6F59F9}">
      <dsp:nvSpPr>
        <dsp:cNvPr id="0" name=""/>
        <dsp:cNvSpPr/>
      </dsp:nvSpPr>
      <dsp:spPr>
        <a:xfrm>
          <a:off x="1249101" y="1352303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Posteriormente, agregué un método llamado </a:t>
          </a:r>
          <a:r>
            <a:rPr lang="es-MX" sz="2300" b="1" kern="1200" dirty="0" err="1"/>
            <a:t>mostrarDatos</a:t>
          </a:r>
          <a:r>
            <a:rPr lang="es-MX" sz="2300" kern="1200" dirty="0"/>
            <a:t> que permite imprimir la información de la persona.</a:t>
          </a:r>
          <a:endParaRPr lang="en-US" sz="2300" kern="1200" dirty="0"/>
        </a:p>
      </dsp:txBody>
      <dsp:txXfrm>
        <a:off x="1249101" y="1352303"/>
        <a:ext cx="8809298" cy="1081473"/>
      </dsp:txXfrm>
    </dsp:sp>
    <dsp:sp modelId="{9F8E17B7-120F-4500-910C-ABC2732691A9}">
      <dsp:nvSpPr>
        <dsp:cNvPr id="0" name=""/>
        <dsp:cNvSpPr/>
      </dsp:nvSpPr>
      <dsp:spPr>
        <a:xfrm>
          <a:off x="0" y="2704144"/>
          <a:ext cx="10058399" cy="1081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92AD0-2478-496A-BD66-01FF7E2B9CC4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D8009-8272-4D4F-ADC4-B6E9530A9A32}">
      <dsp:nvSpPr>
        <dsp:cNvPr id="0" name=""/>
        <dsp:cNvSpPr/>
      </dsp:nvSpPr>
      <dsp:spPr>
        <a:xfrm>
          <a:off x="1249101" y="2704144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En la clase principal, creé un objeto de tipo </a:t>
          </a:r>
          <a:r>
            <a:rPr lang="es-MX" sz="2300" b="1" kern="1200" dirty="0"/>
            <a:t>Persona</a:t>
          </a:r>
          <a:r>
            <a:rPr lang="es-MX" sz="2300" kern="1200" dirty="0"/>
            <a:t>, le asigné valores a sus atributos y llamé al método para mostrar los datos en pantalla.</a:t>
          </a:r>
          <a:endParaRPr lang="en-US" sz="2300" kern="1200" dirty="0"/>
        </a:p>
      </dsp:txBody>
      <dsp:txXfrm>
        <a:off x="1249101" y="2704144"/>
        <a:ext cx="8809298" cy="1081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4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29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60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6513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966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330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422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95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379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5714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181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F1F795B-4766-4E25-BBB4-593897B5D0C7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E3BB7A-6E4F-4382-AD8D-FEE9BB4F04F4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0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concepts/" TargetMode="Externa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176B7B0-B2F8-C8B8-B982-D04FBB87F8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7607" y="325755"/>
            <a:ext cx="1891665" cy="476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D160142-1B34-DACF-6D6D-3FD2376BA0B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20" y="325755"/>
            <a:ext cx="1606232" cy="6184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0508F5A-4521-FD52-1254-3F002985455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010" y="249489"/>
            <a:ext cx="1069340" cy="78105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7726CF9-69C3-B0BC-7A49-C5714E55373C}"/>
              </a:ext>
            </a:extLst>
          </p:cNvPr>
          <p:cNvSpPr txBox="1"/>
          <p:nvPr/>
        </p:nvSpPr>
        <p:spPr>
          <a:xfrm>
            <a:off x="2421081" y="1680029"/>
            <a:ext cx="78970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INSTITUTO TECNOLOGICO DE FRONTERA COMALAPA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MATERIA: PROGRAMACION ORIENTADA A OBJETOS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ACTIVIDAD: REPORTRE DE PRACTICA 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ALUMNO: ALONDRA YAMILETH PEREZ ZUNUN</a:t>
            </a:r>
          </a:p>
          <a:p>
            <a:pPr algn="ctr"/>
            <a:r>
              <a:rPr lang="es-MX" b="1" dirty="0"/>
              <a:t>NC: 251260203</a:t>
            </a:r>
          </a:p>
          <a:p>
            <a:pPr algn="ctr"/>
            <a:r>
              <a:rPr lang="es-MX" b="1" dirty="0"/>
              <a:t>CARRERA: I.S.C. 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SEGUNDA OPORTUNIDAD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DOCENTE: ING. FRANCISCO JAVIER MINGO VELAZQUEZ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/>
              <a:t>Frontera Comalapa Chiapas a 1/06/2026</a:t>
            </a:r>
          </a:p>
          <a:p>
            <a:pPr algn="ctr"/>
            <a:endParaRPr lang="es-MX" b="1" dirty="0"/>
          </a:p>
          <a:p>
            <a:pPr algn="ctr"/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25664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B29432-EA32-809C-7494-48B8D8F7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>
                <a:solidFill>
                  <a:srgbClr val="FFFFFF"/>
                </a:solidFill>
              </a:rPr>
              <a:t>INTRODUCCION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380FCE-1DFE-5191-8BF7-ABB3B04A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algn="just"/>
            <a:r>
              <a:rPr lang="es-MX" dirty="0"/>
              <a:t>La programación orientada a objetos es un paradigma que permite organizar el código de manera estructurada mediante el uso de clases y objetos. Este enfoque facilita la reutilización del código, mejora la comprensión de los programas y permite modelar situaciones reales dentro del desarrollo de software.</a:t>
            </a:r>
          </a:p>
          <a:p>
            <a:pPr algn="just"/>
            <a:r>
              <a:rPr lang="es-MX" dirty="0"/>
              <a:t>En este tema se abordan los conceptos básicos de clases y objetos, los cuales son fundamentales para el desarrollo de aplicaciones en lenguajes como Java.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824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1BF07E-2BB8-2F8F-3CE2-4ED0B0074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MX" sz="3600" b="1">
                <a:solidFill>
                  <a:srgbClr val="FFFFFF"/>
                </a:solidFill>
              </a:rPr>
              <a:t>JUSTIFICACION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00376-2A43-9EE3-8712-30BD3E85E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algn="just"/>
            <a:r>
              <a:rPr lang="es-MX" dirty="0"/>
              <a:t>El estudio de clases y objetos es importante porque constituye la base de la programación orientada a objetos. Comprender estos conceptos permite desarrollar programas más organizados, reutilizables y fáciles de mantener.</a:t>
            </a:r>
          </a:p>
          <a:p>
            <a:pPr algn="just"/>
            <a:r>
              <a:rPr lang="es-MX" dirty="0"/>
              <a:t>Además, este tema es esencial para poder avanzar a conceptos más complejos como herencia, polimorfismo y manejo de excepciones.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807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6289E-59EF-9FF7-3624-60F1526C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CLASE Y OBJETO ¿Qué ES?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FD83F18-96A6-CCFD-DC37-0C9723096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91414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75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82698-6007-BFE5-B50E-171BFE43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EJERCICIO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815CD1F-E8B4-F762-AFC7-4AE6999BC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6432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362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cxnSp>
        <p:nvCxnSpPr>
          <p:cNvPr id="2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3C6B8A-145E-B6FD-9F62-74921A3C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b="1">
                <a:solidFill>
                  <a:schemeClr val="tx1">
                    <a:lumMod val="85000"/>
                    <a:lumOff val="15000"/>
                  </a:schemeClr>
                </a:solidFill>
              </a:rPr>
              <a:t>CODIGO COMPLETO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1986847-DD1A-AD47-C41E-16B414DA2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99" y="1223098"/>
            <a:ext cx="6912217" cy="3888121"/>
          </a:xfrm>
          <a:prstGeom prst="rect">
            <a:avLst/>
          </a:prstGeom>
        </p:spPr>
      </p:pic>
      <p:cxnSp>
        <p:nvCxnSpPr>
          <p:cNvPr id="26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3085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EE70C2-A060-AF14-4772-64FF47E5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CONCLUSION</a:t>
            </a:r>
          </a:p>
        </p:txBody>
      </p:sp>
      <p:pic>
        <p:nvPicPr>
          <p:cNvPr id="7" name="Graphic 6" descr="Libros">
            <a:extLst>
              <a:ext uri="{FF2B5EF4-FFF2-40B4-BE49-F238E27FC236}">
                <a16:creationId xmlns:a16="http://schemas.microsoft.com/office/drawing/2014/main" id="{D8B09802-87B1-74BE-3A21-33AE50B53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3E07C-4D83-809C-FFC1-23AC840E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En este tema se logró comprender la importancia de las clases y objetos como base de la programación orientada a objetos. Se aprendió a definir atributos y métodos dentro de una clase, así como a crear objetos para utilizar dichos elementos.</a:t>
            </a:r>
          </a:p>
          <a:p>
            <a:pPr algn="just"/>
            <a:r>
              <a:rPr lang="es-MX" dirty="0"/>
              <a:t>Este conocimiento es fundamental para el desarrollo de programas más complejos y estructurados.</a:t>
            </a:r>
          </a:p>
          <a:p>
            <a:pPr algn="just"/>
            <a:endParaRPr lang="es-MX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53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60296-FF62-08C0-91E5-2CDFA405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FUENTES DE INFORMACION</a:t>
            </a:r>
          </a:p>
        </p:txBody>
      </p:sp>
      <p:pic>
        <p:nvPicPr>
          <p:cNvPr id="8" name="Graphic 7" descr="Huella digital">
            <a:extLst>
              <a:ext uri="{FF2B5EF4-FFF2-40B4-BE49-F238E27FC236}">
                <a16:creationId xmlns:a16="http://schemas.microsoft.com/office/drawing/2014/main" id="{82C37748-FDBD-B2AD-BE3D-18C4777BD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E1CCE43A-8F5D-7730-D1D6-4A1C5BA9E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Deitel, P., &amp; Deitel, H. (2017). </a:t>
            </a:r>
            <a:r>
              <a:rPr kumimoji="0" lang="es-MX" altLang="es-MX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Java: Cómo programar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Pearson Educación.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Oracle. (2023). </a:t>
            </a:r>
            <a:r>
              <a:rPr kumimoji="0" lang="es-MX" altLang="es-MX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Conceptos básicos de Java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3"/>
              </a:rPr>
              <a:t>https://docs.oracle.com/javase/tutorial/java/concepts/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Schildt, H. (2019). </a:t>
            </a:r>
            <a:r>
              <a:rPr kumimoji="0" lang="es-MX" altLang="es-MX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Java: The Complete Reference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McGraw-Hill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Education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72868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</TotalTime>
  <Words>433</Words>
  <Application>Microsoft Office PowerPoint</Application>
  <PresentationFormat>Panorámica</PresentationFormat>
  <Paragraphs>37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Retrospección</vt:lpstr>
      <vt:lpstr>Presentación de PowerPoint</vt:lpstr>
      <vt:lpstr>INTRODUCCION</vt:lpstr>
      <vt:lpstr>JUSTIFICACION</vt:lpstr>
      <vt:lpstr>CLASE Y OBJETO ¿Qué ES?</vt:lpstr>
      <vt:lpstr>EJERCICIO</vt:lpstr>
      <vt:lpstr>CODIGO COMPLETO</vt:lpstr>
      <vt:lpstr>CONCLUSION</vt:lpstr>
      <vt:lpstr>FUENTES DE INFORMACION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yamileth zunun</dc:creator>
  <cp:lastModifiedBy>yamileth zunun</cp:lastModifiedBy>
  <cp:revision>3</cp:revision>
  <dcterms:created xsi:type="dcterms:W3CDTF">2026-05-24T19:44:13Z</dcterms:created>
  <dcterms:modified xsi:type="dcterms:W3CDTF">2026-05-26T00:38:10Z</dcterms:modified>
</cp:coreProperties>
</file>